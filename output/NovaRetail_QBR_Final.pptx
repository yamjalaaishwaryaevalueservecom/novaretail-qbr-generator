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 and Key Performance Indicators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 2026-Q2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$1.28B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+4.5%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Growth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delivered $1.28B in total revenue for 2026-Q2, achieving +4.5% QoQ growth and an average NPS of 49.8. APAC led growth at +8.2%, while Latin America declined -6.7%. Latin America presents significant operational and customer experience risks requiring immediate intervention.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9" name="icon_1_image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Revenue Performance and Growth Trends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350" i="1">
                <a:solidFill>
                  <a:srgbClr val="1E2761"/>
                </a:solidFill>
                <a:latin typeface="Calibri"/>
              </a:rPr>
              <a:t>• APAC led regional growth at 8.2 percent with 330 million dollars in revenue.</a:t>
            </a:r>
            <a:endParaRPr lang="en-US" sz="1350" dirty="0"/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North America remained the largest revenue contributor at 465 million dollars.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Europe achieved steady growth of 4.5 percent with 345 million dollars in revenue.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Latin America underperformed as the only region with a revenue decline of 6.7 percent.</a:t>
            </a: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10" name="chart_performance_image" descr="performanc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icon_2_image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Varies Significantly Across Regions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350" i="1">
                <a:solidFill>
                  <a:srgbClr val="1E2761"/>
                </a:solidFill>
                <a:latin typeface="Calibri"/>
              </a:rPr>
              <a:t>• APAC achieved the highest customer satisfaction score at 92 percent and an NPS of 62.</a:t>
            </a:r>
            <a:endParaRPr lang="en-US" sz="1350" dirty="0"/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Latin America lagged significantly with an NPS of 29 and a low CSAT of 74 percent.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Average delivery times reached 7.5 days in Latin America compared to 2.2 days in APAC.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Support ticket volume peaked in Latin America at 31 thousand tickets during 2026-Q2.</a:t>
            </a: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0" name="chart_customer_image" descr="custome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icon_3_image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Risks Highlight Critical Regional Vulnerabilities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350" i="1">
                <a:solidFill>
                  <a:srgbClr val="1E2761"/>
                </a:solidFill>
                <a:latin typeface="Calibri"/>
              </a:rPr>
              <a:t>• Latin America exhibited the highest operational risk with a stockout rate of 12.5 percent.</a:t>
            </a:r>
            <a:endParaRPr lang="en-US" sz="1350" dirty="0"/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Return processing time in Latin America extended to 10 days compared to 4 days elsewhere.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Fraud incidents were highest in Latin America at 30 incidents during 2026-Q2.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APAC warehouse capacity utilization reached 92 percent, indicating emerging capacity pressure.</a:t>
            </a: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0" name="chart_risk_image" descr="ris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icon_4_image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600" i="1">
                <a:solidFill>
                  <a:srgbClr val="FFFFFF"/>
                </a:solidFill>
                <a:latin typeface="Calibri"/>
              </a:rPr>
              <a:t>• Address operational failures in Latin America to reduce the 12.5 percent stockout rate.</a:t>
            </a:r>
            <a:endParaRPr lang="en-US" sz="1600" dirty="0"/>
          </a:p>
          <a:p>
            <a:pPr algn="l"/>
            <a:r>
              <a:rPr sz="1600" i="1">
                <a:solidFill>
                  <a:srgbClr val="FFFFFF"/>
                </a:solidFill>
                <a:latin typeface="Calibri"/>
              </a:rPr>
              <a:t>• Improve logistics performance in Latin America to lower delivery times from 7.5 days.</a:t>
            </a:r>
          </a:p>
          <a:p>
            <a:pPr algn="l"/>
            <a:r>
              <a:rPr sz="1600" i="1">
                <a:solidFill>
                  <a:srgbClr val="FFFFFF"/>
                </a:solidFill>
                <a:latin typeface="Calibri"/>
              </a:rPr>
              <a:t>• Expand warehouse capacity in APAC to manage high utilization of 92 percent.</a:t>
            </a:r>
          </a:p>
          <a:p>
            <a:pPr algn="l"/>
            <a:r>
              <a:rPr sz="1600" i="1">
                <a:solidFill>
                  <a:srgbClr val="FFFFFF"/>
                </a:solidFill>
                <a:latin typeface="Calibri"/>
              </a:rPr>
              <a:t>• Enhance fraud prevention controls to mitigate the 30 incidents reported in Latin America.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operational stabilization in Latin America and capacity expansion in APAC.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9" name="icon_5_image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